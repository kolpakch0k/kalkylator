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matic SC"/>
      <p:regular r:id="rId13"/>
      <p:bold r:id="rId14"/>
    </p:embeddedFont>
    <p:embeddedFont>
      <p:font typeface="Source Code Pr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maticSC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regular.fntdata"/><Relationship Id="rId14" Type="http://schemas.openxmlformats.org/officeDocument/2006/relationships/font" Target="fonts/AmaticSC-bold.fntdata"/><Relationship Id="rId17" Type="http://schemas.openxmlformats.org/officeDocument/2006/relationships/font" Target="fonts/SourceCodePro-italic.fntdata"/><Relationship Id="rId16" Type="http://schemas.openxmlformats.org/officeDocument/2006/relationships/font" Target="fonts/SourceCode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SourceCodePr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55835fa4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55835fa4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55835fa4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55835fa4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55835fa4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55835fa4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55835fa4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55835fa4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5835fa4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55835fa4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5835fa4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55835fa4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Калькулятор ИМТ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25075" y="42487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Гаев Константин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485175" y="205325"/>
            <a:ext cx="4471200" cy="10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Какие проблемы решает: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194075" y="1619825"/>
            <a:ext cx="42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ource Code Pro"/>
              <a:buAutoNum type="arabicPeriod"/>
            </a:pPr>
            <a:r>
              <a:rPr lang="ru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Слежка за своей формой</a:t>
            </a:r>
            <a:endParaRPr sz="18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672775" y="2478175"/>
            <a:ext cx="42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2. </a:t>
            </a:r>
            <a:r>
              <a:rPr lang="ru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Поднятие самооценки</a:t>
            </a:r>
            <a:endParaRPr sz="18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56750" y="3269425"/>
            <a:ext cx="42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3. </a:t>
            </a:r>
            <a:r>
              <a:rPr lang="ru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Желание становится лучше</a:t>
            </a:r>
            <a:endParaRPr sz="18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560075" y="212800"/>
            <a:ext cx="2948400" cy="7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Стек: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485200" y="1873575"/>
            <a:ext cx="42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ource Code Pro"/>
              <a:buChar char="-"/>
            </a:pPr>
            <a:r>
              <a:rPr lang="ru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kotlin</a:t>
            </a:r>
            <a:endParaRPr sz="18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20950" y="156775"/>
            <a:ext cx="4851900" cy="9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глав.Экран, рабочий момент</a:t>
            </a:r>
            <a:endParaRPr/>
          </a:p>
        </p:txBody>
      </p:sp>
      <p:pic>
        <p:nvPicPr>
          <p:cNvPr id="77" name="Google Shape;77;p16" title="Screenshot_20260410_191211.png"/>
          <p:cNvPicPr preferRelativeResize="0"/>
          <p:nvPr/>
        </p:nvPicPr>
        <p:blipFill rotWithShape="1">
          <a:blip r:embed="rId3">
            <a:alphaModFix/>
          </a:blip>
          <a:srcRect b="0" l="0" r="0" t="6068"/>
          <a:stretch/>
        </p:blipFill>
        <p:spPr>
          <a:xfrm>
            <a:off x="3784500" y="1410775"/>
            <a:ext cx="2168899" cy="334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Screenshot_20260410_191317.png"/>
          <p:cNvPicPr preferRelativeResize="0"/>
          <p:nvPr/>
        </p:nvPicPr>
        <p:blipFill rotWithShape="1">
          <a:blip r:embed="rId4">
            <a:alphaModFix/>
          </a:blip>
          <a:srcRect b="12950" l="0" r="0" t="5809"/>
          <a:stretch/>
        </p:blipFill>
        <p:spPr>
          <a:xfrm>
            <a:off x="6299900" y="1410775"/>
            <a:ext cx="2168899" cy="334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1231625" y="235200"/>
            <a:ext cx="4262100" cy="85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Интересная часть кода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850" y="1645375"/>
            <a:ext cx="3482800" cy="25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1485450" y="1925850"/>
            <a:ext cx="6651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СПАСИБО ЗА ВНИМАНИЕ!!</a:t>
            </a:r>
            <a:endParaRPr sz="39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2586275" y="481525"/>
            <a:ext cx="4273500" cy="10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ССЫЛКА НА РЕПОЗИТОРИЙ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6737" y="1637800"/>
            <a:ext cx="3312563" cy="33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